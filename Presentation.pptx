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 pitchFamily="2" charset="0"/>
      <p:regular r:id="rId13"/>
    </p:embeddedFont>
    <p:embeddedFont>
      <p:font typeface="Inter Bold" panose="02000503000000020004" pitchFamily="2" charset="0"/>
      <p:regular r:id="rId14"/>
      <p:bold r:id="rId15"/>
    </p:embeddedFont>
    <p:embeddedFont>
      <p:font typeface="Petrona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35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96938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AI-Based Cyberbullying Detection &amp; Content Moderation Platform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70502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intelligent, AI-powered solution for educational communities — enabling real-time detection, anonymous reporting, and automated moderation to protect every student's digital well-being.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44937"/>
            <a:ext cx="1614264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587428"/>
            <a:ext cx="190135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81225" y="3544937"/>
            <a:ext cx="39201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66280" y="3587428"/>
            <a:ext cx="67910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44080" y="3544937"/>
            <a:ext cx="117834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9136" y="3587428"/>
            <a:ext cx="146543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SAFETY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6119" y="3831134"/>
            <a:ext cx="151276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1174" y="3873624"/>
            <a:ext cx="17998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MODERATION</a:t>
            </a:r>
            <a:endParaRPr lang="en-US" sz="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D177F-F4F4-63AD-CDC7-308A4F4BD5CB}"/>
              </a:ext>
            </a:extLst>
          </p:cNvPr>
          <p:cNvSpPr txBox="1"/>
          <p:nvPr/>
        </p:nvSpPr>
        <p:spPr>
          <a:xfrm>
            <a:off x="496119" y="4202311"/>
            <a:ext cx="182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ANAKAPALLI PUJITHA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324129512002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82650"/>
            <a:ext cx="472276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Growing Crisis of Cyberbullying in Education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1261021"/>
            <a:ext cx="4722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digital learning platforms now central to education, cyberbullying has escalated into a critical institutional challenge — harming students' mental health, academic performance, and campus safety.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96119" y="1763539"/>
            <a:ext cx="4722763" cy="564356"/>
          </a:xfrm>
          <a:prstGeom prst="roundRect">
            <a:avLst>
              <a:gd name="adj" fmla="val 7583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2754" y="1870174"/>
            <a:ext cx="450949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Harassment &amp; Abuse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2754" y="2081213"/>
            <a:ext cx="450949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Offensive messages, threats, and targeted attacks go undetected on unmonitored platforms.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6119" y="2401119"/>
            <a:ext cx="4722763" cy="704404"/>
          </a:xfrm>
          <a:prstGeom prst="roundRect">
            <a:avLst>
              <a:gd name="adj" fmla="val 60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2754" y="2507754"/>
            <a:ext cx="450949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Reporting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2754" y="2718792"/>
            <a:ext cx="450949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lack safe, confidential channels — incidents escalate before reaching administrators.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6119" y="3178746"/>
            <a:ext cx="4722763" cy="704404"/>
          </a:xfrm>
          <a:prstGeom prst="roundRect">
            <a:avLst>
              <a:gd name="adj" fmla="val 60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2754" y="3285381"/>
            <a:ext cx="450949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Mental Health Impact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2754" y="3496419"/>
            <a:ext cx="450949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Anxiety, depression, and academic decline are direct consequences of unchecked online abuse.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6119" y="3956372"/>
            <a:ext cx="4722763" cy="704404"/>
          </a:xfrm>
          <a:prstGeom prst="roundRect">
            <a:avLst>
              <a:gd name="adj" fmla="val 60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2754" y="4063008"/>
            <a:ext cx="450949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Anonymous Threats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2754" y="4274046"/>
            <a:ext cx="450949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Unidentified perpetrators exploit anonymity, making investigation and accountability nearly impossible.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Systems vs. The Proposed AI Platform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192387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Current Approaches Fall Short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3232" y="2344043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moderation relies on manual reviews and reactive reporting — creating dangerous gaps in student protection.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3232" y="2546003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content analysis or automated detection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channels are visible and intimidating for victims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 of false negatives allows harmful content to persist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records are fragmented, inconsistent, and non-actionable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663232" y="2963094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CCEE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3051646"/>
            <a:ext cx="88553" cy="70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3469" y="3012653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AI platform addresses every gap — enabling proactive, intelligent, and scalable content moderation for educational institutions.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Objectives &amp; System Overview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1952253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Objectives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2111834"/>
            <a:ext cx="106263" cy="106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430" y="2108299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cyberbullying in real time using AI and NLP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2398849"/>
            <a:ext cx="106263" cy="106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2395314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confidential, anonymous incident reporting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2685864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430" y="2682329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content flagging and priority-based alert generation</a:t>
            </a:r>
            <a:endParaRPr lang="en-US" sz="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2972879"/>
            <a:ext cx="106263" cy="106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430" y="2969344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administrators with actionable safety analytics</a:t>
            </a:r>
            <a:endParaRPr lang="en-US" sz="5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3259894"/>
            <a:ext cx="106263" cy="1062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26430" y="3256359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student privacy and data security at all times</a:t>
            </a:r>
            <a:endParaRPr lang="en-US" sz="5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32" y="719882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001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 &amp; User Roles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9680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38524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9" y="3156124"/>
            <a:ext cx="2599134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Anonymous incident reporting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content browsing with AI filtering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safety notifications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29680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38524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Moderator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272433" y="3156124"/>
            <a:ext cx="2599134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Priority-based alert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content review tools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investigation and resolution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29680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38524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048747" y="3156124"/>
            <a:ext cx="2599134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safety analytics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configuration and user management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incident reports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199"/>
            <a:ext cx="8151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Detection &amp; NLP Analysis Pipeline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0730"/>
            <a:ext cx="8151763" cy="357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66551" y="3127266"/>
            <a:ext cx="1232034" cy="463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NLP Processing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966551" y="3653267"/>
            <a:ext cx="1232034" cy="442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Tokenization, sentiment, classification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0432" y="3274698"/>
            <a:ext cx="1232034" cy="463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Automated Action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80432" y="3800699"/>
            <a:ext cx="1232034" cy="29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Flag, alert priority, notify moderator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2751" y="1162115"/>
            <a:ext cx="1232034" cy="2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 Input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52751" y="1456489"/>
            <a:ext cx="1232034" cy="294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messages, posts, 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944" y="1162115"/>
            <a:ext cx="1232034" cy="463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Threat Scoring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950944" y="1688116"/>
            <a:ext cx="1232034" cy="442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assigns severity and category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488507"/>
            <a:ext cx="8151763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leverages </a:t>
            </a: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Processing (NLP)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analyze text in real time — detecting offensive language, threats, and harassment patterns. A trained ML model assigns severity scores, automatically flags suspicious content, and routes high-priority incidents to moderators within seconds.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9760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 Moderation &amp; Incident Management Workflow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3602"/>
            <a:ext cx="8151763" cy="2157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863" y="2522940"/>
            <a:ext cx="1232236" cy="231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Detection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124863" y="2817362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flagged automatically in real time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536915" y="2165514"/>
            <a:ext cx="1232236" cy="46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Alert Generation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536915" y="2691601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Priority-based notification sent to moderator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48967" y="2522940"/>
            <a:ext cx="1232236" cy="46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Moderator Review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48967" y="3049027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verification of flagged content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61019" y="2397179"/>
            <a:ext cx="1232236" cy="231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 Taken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61019" y="2691601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content, warn user, or escalate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80916" y="2522940"/>
            <a:ext cx="1232236" cy="46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Resolution Logged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780916" y="3049027"/>
            <a:ext cx="1232236" cy="529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recorded and analytics updated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1101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flagged incident follows a structured, auditable resolution path — ensuring accountability, consistency, and institutional transparency at every stage of the moderation process.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Technology Stack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017068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63232" y="2173114"/>
            <a:ext cx="1976958" cy="387921"/>
          </a:xfrm>
          <a:prstGeom prst="roundRect">
            <a:avLst>
              <a:gd name="adj" fmla="val 76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38836" y="2248719"/>
            <a:ext cx="1825749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738836" y="2400374"/>
            <a:ext cx="18257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/ Flutter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6675611" y="2173114"/>
            <a:ext cx="1977033" cy="387921"/>
          </a:xfrm>
          <a:prstGeom prst="roundRect">
            <a:avLst>
              <a:gd name="adj" fmla="val 76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51216" y="2248719"/>
            <a:ext cx="1825823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751216" y="2400374"/>
            <a:ext cx="182582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Django / Flask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663232" y="2596455"/>
            <a:ext cx="1976958" cy="387921"/>
          </a:xfrm>
          <a:prstGeom prst="roundRect">
            <a:avLst>
              <a:gd name="adj" fmla="val 76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8836" y="2672060"/>
            <a:ext cx="1825749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/ NLP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738836" y="2823716"/>
            <a:ext cx="18257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 · BERT · spaCy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6675611" y="2596455"/>
            <a:ext cx="1977033" cy="387921"/>
          </a:xfrm>
          <a:prstGeom prst="roundRect">
            <a:avLst>
              <a:gd name="adj" fmla="val 76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51216" y="2672060"/>
            <a:ext cx="1825823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751216" y="2823716"/>
            <a:ext cx="182582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· Redis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4663232" y="3019797"/>
            <a:ext cx="3989412" cy="387921"/>
          </a:xfrm>
          <a:prstGeom prst="roundRect">
            <a:avLst>
              <a:gd name="adj" fmla="val 767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38836" y="3095402"/>
            <a:ext cx="3838203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738836" y="3247058"/>
            <a:ext cx="3838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 · OAuth 2.0 · SSL/TLS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2810"/>
            <a:ext cx="4722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Reports, Analytics &amp; Expected Outcomes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908968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&lt;1s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925119" y="1318915"/>
            <a:ext cx="4722763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Detection Speed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1513582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flags harmful content in under one second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925119" y="1816596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3925119" y="2226543"/>
            <a:ext cx="4722763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25119" y="2421210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automated surveillance, zero downtime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25119" y="2724224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~90%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925119" y="3134171"/>
            <a:ext cx="4722763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Accuracy 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25119" y="3328839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detection accuracy with NLP models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925119" y="3631853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100%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3925119" y="4041800"/>
            <a:ext cx="4722763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Anonymity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925119" y="4236467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reporter identity protection guaranteed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925119" y="4435822"/>
            <a:ext cx="4722763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gain data-driven insights into recurring threats, peak incident periods, and platform-wide safety trends — enabling proactive policy improvements and institutional decision-making.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7938"/>
            <a:ext cx="4722763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Advantages, Applications &amp; Future Roadmap</a:t>
            </a:r>
            <a:endParaRPr lang="en-US" sz="2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284238"/>
            <a:ext cx="4722763" cy="8185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09517" y="1411486"/>
            <a:ext cx="44111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Advantages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09517" y="1650802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detection, reduced manual effort, scalable moderation, enhanced student privacy, and a safer, more inclusive digital learning environment.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192759"/>
            <a:ext cx="4722763" cy="8185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09517" y="2320007"/>
            <a:ext cx="44111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Institutional Applications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09517" y="2559323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Schools, universities, e-learning platforms, student forums, and digital campus communication systems.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101280"/>
            <a:ext cx="4722763" cy="8185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09517" y="3228529"/>
            <a:ext cx="44111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09517" y="3467844"/>
            <a:ext cx="44111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and video analysis, multilingual NLP support, predictive risk modeling, and integration with national student safety networks.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3925119" y="4021038"/>
            <a:ext cx="4722763" cy="714449"/>
          </a:xfrm>
          <a:prstGeom prst="roundRect">
            <a:avLst>
              <a:gd name="adj" fmla="val 6641"/>
            </a:avLst>
          </a:prstGeom>
          <a:solidFill>
            <a:srgbClr val="B6FCB8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079" y="4172843"/>
            <a:ext cx="141163" cy="1129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92203" y="4139208"/>
            <a:ext cx="4242718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platform represents a proactive, AI-driven commitment to student safety — transforming how educational institutions detect, respond to, and prevent cyberbullying.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691</Words>
  <Application>Microsoft Macintosh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Inter</vt:lpstr>
      <vt:lpstr>Petrona Bold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3</cp:revision>
  <dcterms:created xsi:type="dcterms:W3CDTF">2026-07-28T05:06:33Z</dcterms:created>
  <dcterms:modified xsi:type="dcterms:W3CDTF">2026-08-07T06:40:36Z</dcterms:modified>
</cp:coreProperties>
</file>